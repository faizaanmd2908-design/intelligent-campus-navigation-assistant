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41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054671"/>
            <a:ext cx="1140916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0174" y="1131168"/>
            <a:ext cx="113407" cy="1134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80284" y="1097161"/>
            <a:ext cx="125789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CFAI PROJECT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925119" y="137777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Campus Navigation Assistant</a:t>
            </a:r>
            <a:endParaRPr lang="en-US" sz="2750" dirty="0"/>
          </a:p>
        </p:txBody>
      </p:sp>
      <p:sp>
        <p:nvSpPr>
          <p:cNvPr id="7" name="Text 3"/>
          <p:cNvSpPr/>
          <p:nvPr/>
        </p:nvSpPr>
        <p:spPr>
          <a:xfrm>
            <a:off x="3925119" y="2476351"/>
            <a:ext cx="4722763" cy="161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 Search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Algorithms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 Foundations of Artificial Intelligence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12 | BATCH 17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Faizaan (2520030359) · Ishaan (2520030267) · Anirudh (2520080058)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12C978-C1F5-ABDD-37E7-32C01C93D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56" y="4815951"/>
            <a:ext cx="1571844" cy="257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5E3395-93A4-AB09-509F-E5BC89D65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031" y="70338"/>
            <a:ext cx="1641158" cy="7033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53318"/>
            <a:ext cx="873844" cy="217215"/>
          </a:xfrm>
          <a:prstGeom prst="roundRect">
            <a:avLst>
              <a:gd name="adj" fmla="val 18160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6801" y="393278"/>
            <a:ext cx="1180728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609377"/>
            <a:ext cx="442622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Does This Project Do?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43" y="1231329"/>
            <a:ext cx="5165154" cy="29268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77905" y="1448972"/>
            <a:ext cx="2649066" cy="212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models a college campus as a </a:t>
            </a: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graph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nodes represent locations, edges represent paths with associated distance and time costs.</a:t>
            </a:r>
          </a:p>
          <a:p>
            <a:pPr marL="0" indent="0" algn="l">
              <a:lnSpc>
                <a:spcPct val="122000"/>
              </a:lnSpc>
              <a:buNone/>
            </a:pP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AI search algorithms find the </a:t>
            </a: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route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any two campus locations: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621" y="4380421"/>
            <a:ext cx="176064" cy="176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3089" y="437681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BFS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03089" y="4618509"/>
            <a:ext cx="2237705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Explores all nodes level by level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6291" y="4380421"/>
            <a:ext cx="176064" cy="176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43759" y="437681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UCS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643759" y="4618509"/>
            <a:ext cx="223778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Expands the lowest-cost path first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7036" y="4380421"/>
            <a:ext cx="176064" cy="176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4503" y="437681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A*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384503" y="4618509"/>
            <a:ext cx="2237705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cost + heuristic for efficiency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436606-DCF7-3775-52BC-550D6F5F2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56" y="4883651"/>
            <a:ext cx="1571844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263500"/>
            <a:ext cx="1252835" cy="149796"/>
          </a:xfrm>
          <a:prstGeom prst="roundRect">
            <a:avLst>
              <a:gd name="adj" fmla="val 2037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1493193" y="290736"/>
            <a:ext cx="1601093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&amp; AI CONCEPTS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436513"/>
            <a:ext cx="272764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the Hood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38721" y="865584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38721" y="1072902"/>
            <a:ext cx="1482179" cy="663550"/>
          </a:xfrm>
          <a:prstGeom prst="roundRect">
            <a:avLst>
              <a:gd name="adj" fmla="val 574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4269" y="1168450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9204" y="1243385"/>
            <a:ext cx="122560" cy="122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4269" y="1498997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79018" y="1072902"/>
            <a:ext cx="1482254" cy="663550"/>
          </a:xfrm>
          <a:prstGeom prst="roundRect">
            <a:avLst>
              <a:gd name="adj" fmla="val 574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74566" y="1168450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9501" y="1243385"/>
            <a:ext cx="122560" cy="122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74566" y="1498997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heapq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438721" y="1794570"/>
            <a:ext cx="1482179" cy="663550"/>
          </a:xfrm>
          <a:prstGeom prst="roundRect">
            <a:avLst>
              <a:gd name="adj" fmla="val 574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534269" y="1890117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9204" y="1965052"/>
            <a:ext cx="122560" cy="1225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4269" y="222066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deque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979018" y="1794570"/>
            <a:ext cx="1482254" cy="663550"/>
          </a:xfrm>
          <a:prstGeom prst="roundRect">
            <a:avLst>
              <a:gd name="adj" fmla="val 574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074566" y="1890117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9501" y="1965052"/>
            <a:ext cx="122560" cy="1225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74566" y="222066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Adjacency Lists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687491" y="720254"/>
            <a:ext cx="1592387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Concepts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4687491" y="1065609"/>
            <a:ext cx="3022550" cy="12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State-space representation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each location is a state</a:t>
            </a:r>
            <a:endParaRPr lang="en-US" sz="11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 search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A* estimates remaining distance</a:t>
            </a:r>
            <a:endParaRPr lang="en-US" sz="11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optimization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UCS minimizes cumulative cost</a:t>
            </a:r>
            <a:endParaRPr lang="en-US" sz="11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traversal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systematic node exploration</a:t>
            </a:r>
            <a:endParaRPr lang="en-US" sz="11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7303" y="2588940"/>
            <a:ext cx="4909319" cy="19873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61948" y="3350657"/>
            <a:ext cx="1325239" cy="17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BFS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2490548" y="3577035"/>
            <a:ext cx="1096639" cy="23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Unweighted, level-order, complete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3722045" y="3292790"/>
            <a:ext cx="1325239" cy="17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UCS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950645" y="3519167"/>
            <a:ext cx="1096639" cy="34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Weighted, cost-optimal, greedy tie-breaks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5263606" y="3350657"/>
            <a:ext cx="1325239" cy="17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A*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92206" y="3577035"/>
            <a:ext cx="1096639" cy="23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Heuristic-guided, optimal and efficient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438721" y="4641652"/>
            <a:ext cx="626655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diagram above illustrates how each algorithm differs in strategy — from BFS's exhaustive level-order traversal to A*'s heuristic-guided efficiency.</a:t>
            </a:r>
            <a:endParaRPr lang="en-US" sz="7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69AD22-7C92-365E-2B5F-D429006DC0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2156" y="4816730"/>
            <a:ext cx="1571844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8379" y="618009"/>
            <a:ext cx="870272" cy="270346"/>
          </a:xfrm>
          <a:prstGeom prst="roundRect">
            <a:avLst>
              <a:gd name="adj" fmla="val 17344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6858" y="664592"/>
            <a:ext cx="115051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8379" y="943273"/>
            <a:ext cx="514751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Intelligent Navigation?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88379" y="1585392"/>
            <a:ext cx="4738241" cy="2940100"/>
          </a:xfrm>
          <a:prstGeom prst="roundRect">
            <a:avLst>
              <a:gd name="adj" fmla="val 199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3142" y="1590154"/>
            <a:ext cx="2364358" cy="1686744"/>
          </a:xfrm>
          <a:prstGeom prst="roundRect">
            <a:avLst>
              <a:gd name="adj" fmla="val 3475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632668" y="172968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2668" y="2030090"/>
            <a:ext cx="2085305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campuses are complex. Manual maps are static, GPS lacks indoor routing, and traditional tools ignore real path costs.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7500" y="1590154"/>
            <a:ext cx="2364358" cy="1686744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0" y="1590154"/>
            <a:ext cx="19050" cy="1686744"/>
          </a:xfrm>
          <a:prstGeom prst="roundRect">
            <a:avLst>
              <a:gd name="adj" fmla="val 307674"/>
            </a:avLst>
          </a:prstGeom>
          <a:solidFill>
            <a:srgbClr val="C0C1D7"/>
          </a:solidFill>
          <a:ln/>
        </p:spPr>
      </p:sp>
      <p:sp>
        <p:nvSpPr>
          <p:cNvPr id="12" name="Text 9"/>
          <p:cNvSpPr/>
          <p:nvPr/>
        </p:nvSpPr>
        <p:spPr>
          <a:xfrm>
            <a:off x="2997026" y="172968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Gap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97026" y="2030090"/>
            <a:ext cx="2085305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solutions don't optimize for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distance and time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nor do they compare algorithmic approaches side-by-side.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3142" y="3276898"/>
            <a:ext cx="4728716" cy="124383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5" name="Shape 12"/>
          <p:cNvSpPr/>
          <p:nvPr/>
        </p:nvSpPr>
        <p:spPr>
          <a:xfrm>
            <a:off x="493142" y="3276898"/>
            <a:ext cx="4728716" cy="19050"/>
          </a:xfrm>
          <a:prstGeom prst="roundRect">
            <a:avLst>
              <a:gd name="adj" fmla="val 307674"/>
            </a:avLst>
          </a:prstGeom>
          <a:solidFill>
            <a:srgbClr val="C0C1D7"/>
          </a:solidFill>
          <a:ln/>
        </p:spPr>
      </p:sp>
      <p:sp>
        <p:nvSpPr>
          <p:cNvPr id="16" name="Text 13"/>
          <p:cNvSpPr/>
          <p:nvPr/>
        </p:nvSpPr>
        <p:spPr>
          <a:xfrm>
            <a:off x="632668" y="3416424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2668" y="3716834"/>
            <a:ext cx="44496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Python-based system using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search algorithms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compute optimal, verifiable routes — with full transparency into each algorithm's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9803"/>
            <a:ext cx="896615" cy="187672"/>
          </a:xfrm>
          <a:prstGeom prst="roundRect">
            <a:avLst>
              <a:gd name="adj" fmla="val 1943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62322"/>
            <a:ext cx="1223590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0664"/>
            <a:ext cx="573605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 Graph &amp; Algorithm Comparison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07951"/>
            <a:ext cx="3612207" cy="36122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36" y="1107951"/>
            <a:ext cx="3612207" cy="3612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071" y="1446386"/>
            <a:ext cx="190343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 Representation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09071" y="1698947"/>
            <a:ext cx="361220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campus location is a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paths are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edges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storing distance and time. A* uses a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 table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(straight-line estimates to goal).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709071" y="2247081"/>
            <a:ext cx="274364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Output — Main Gate → Lab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09071" y="2504852"/>
            <a:ext cx="3612207" cy="1227237"/>
          </a:xfrm>
          <a:prstGeom prst="roundRect">
            <a:avLst>
              <a:gd name="adj" fmla="val 371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22478" y="2564234"/>
            <a:ext cx="11384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725492" y="2564234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626126" y="2564234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526759" y="2564234"/>
            <a:ext cx="681261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Explored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822478" y="2984822"/>
            <a:ext cx="11384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725492" y="2984822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Non-optimal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626126" y="2984822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526759" y="2984822"/>
            <a:ext cx="11384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822478" y="3252118"/>
            <a:ext cx="11384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725492" y="3252118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626126" y="3252118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526759" y="3252118"/>
            <a:ext cx="11384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22478" y="3519413"/>
            <a:ext cx="11384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725492" y="3519413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626126" y="3519413"/>
            <a:ext cx="11360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526759" y="3519413"/>
            <a:ext cx="11384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709071" y="3825553"/>
            <a:ext cx="3612207" cy="545753"/>
          </a:xfrm>
          <a:prstGeom prst="roundRect">
            <a:avLst>
              <a:gd name="adj" fmla="val 8353"/>
            </a:avLst>
          </a:prstGeom>
          <a:solidFill>
            <a:srgbClr val="B6FCB8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566" y="3980483"/>
            <a:ext cx="135657" cy="10849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061719" y="3935685"/>
            <a:ext cx="31510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 explores </a:t>
            </a: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44% fewer nodes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BFS while guaranteeing the optimal path.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A4A504-1038-28E8-11CE-CD5B9BCF0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759" y="4865990"/>
            <a:ext cx="1571844" cy="25721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76298EC-D572-9795-6A0B-44E98E5012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263" y="1107950"/>
            <a:ext cx="4064274" cy="3902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3468"/>
            <a:ext cx="94089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530721"/>
            <a:ext cx="121845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6099"/>
            <a:ext cx="56899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 &amp; What's Next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471687"/>
            <a:ext cx="4004965" cy="1684065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927" y="1632496"/>
            <a:ext cx="19016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What We Achieved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6927" y="1939007"/>
            <a:ext cx="36833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modeled campus as a weighted graph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BFS, UCS, and A* in Python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 demonstrated superior efficiency via heuristics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Modular, scalable architecture for extension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471687"/>
            <a:ext cx="4005039" cy="1684065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3651" y="1632496"/>
            <a:ext cx="21521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🚀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Future Enhancements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3651" y="1939007"/>
            <a:ext cx="36834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and mobile app version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congestion &amp; GPS integration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tracking and accessibility-based routing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350642"/>
            <a:ext cx="815176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609231"/>
            <a:ext cx="53481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496119" y="443321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are welcome — Faizaan · Ishaan · Anirudh | CFAI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05D861-78F1-499C-DB1F-6C2FBD34E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238" y="4849690"/>
            <a:ext cx="1571844" cy="257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420</Words>
  <Application>Microsoft Office PowerPoint</Application>
  <PresentationFormat>On-screen Show (16:9)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Faizaan Mohammad</cp:lastModifiedBy>
  <cp:revision>3</cp:revision>
  <dcterms:created xsi:type="dcterms:W3CDTF">2026-05-29T16:49:58Z</dcterms:created>
  <dcterms:modified xsi:type="dcterms:W3CDTF">2026-06-15T15:55:52Z</dcterms:modified>
</cp:coreProperties>
</file>